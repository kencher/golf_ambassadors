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</a:rPr>
              <a:t>PatchIQ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063240"/>
            <a:ext cx="2011680" cy="9144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60A5FA"/>
                </a:solidFill>
              </a:rPr>
              <a:t>AI-Powered Patch Review for KVM · Kernel · QEMU · libvirt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watsonx Challenge 2026  ·  IBM KVM &amp; Linux Open Source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508760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Ken Cheruiyot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89280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KVM &amp; Linux Engineer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2402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cheruiyo@us.ibm.com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25880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25880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4" y="1508760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Team Member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189280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KVM &amp; Linux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3984" y="22402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member2@us.ibm.com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4" y="1325880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01584" y="1325880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1508760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Team Member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189280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QEMU / libvirt Engineer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6" y="22402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member3@us.ibm.com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99232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999232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1821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Team Member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35661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Kernel Engineer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391363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member4@us.ibm.com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79392" y="2999232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79392" y="2999232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43984" y="31821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Team Member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4" y="35661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Test &amp; Automation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3984" y="391363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member5@us.ibm.com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01584" y="2999232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01584" y="2999232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66176" y="31821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Team Member 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6176" y="35661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AI / watsonx Integration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391363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member6@us.ibm.com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721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5087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Motivation — the patch review bottleneck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325880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4721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3448" y="15087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Problem vs Solution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21408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6771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30428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How PatchIQ Works — four-stage pipeline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121408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26771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230428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Test Suite — 68 tests, 5 Python versions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16936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06324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099816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Live Patch Review Results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916936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06324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099816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Comparison with Sashiko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38728" y="3712464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75888" y="38587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7096" y="3895344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Summary &amp; Roadmap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</a:rPr>
              <a:t>Patch review is the #1 bottleneck in Linux/KVM upstream contribution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651760" cy="105156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2C55E"/>
                </a:solidFill>
              </a:rPr>
              <a:t>6–8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avg. kernel review cycle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4992" y="1325880"/>
            <a:ext cx="2651760" cy="105156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02152" y="14173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2C55E"/>
                </a:solidFill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6432" y="192024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patches need ≥2 revisions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2784" y="1325880"/>
            <a:ext cx="2651760" cy="105156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4173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2C55E"/>
                </a:solidFill>
              </a:rPr>
              <a:t>12+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192024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KVM style conventions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0576" y="1325880"/>
            <a:ext cx="2651760" cy="105156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17736" y="14173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2C55E"/>
                </a:solidFill>
              </a:rPr>
              <a:t>3 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72016" y="192024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kernel · QEMU · libvirt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06040"/>
            <a:ext cx="5029200" cy="384048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67004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Pain 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154680"/>
            <a:ext cx="4663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Manual style checks eat 30–60 min per patch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85032"/>
            <a:ext cx="4663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Inconsistent rule application across reviewers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15384"/>
            <a:ext cx="4663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No automated per-layer (kernel/QEMU/libvirt) enforcement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45736"/>
            <a:ext cx="4663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Developers learn conventions only after rejection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76088"/>
            <a:ext cx="4663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First-time contributors face steep learning curve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06440" y="2606040"/>
            <a:ext cx="5943600" cy="384048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2715768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Review Revision Rate by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246120"/>
            <a:ext cx="1188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Kernel/KVM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3374136"/>
            <a:ext cx="2721254" cy="402336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45014" y="3374136"/>
            <a:ext cx="548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62%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105656"/>
            <a:ext cx="1188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QEMU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4233672"/>
            <a:ext cx="2106777" cy="402336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0537" y="4233672"/>
            <a:ext cx="548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48%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965192"/>
            <a:ext cx="1188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libvirt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5093208"/>
            <a:ext cx="1667865" cy="402336"/>
          </a:xfrm>
          <a:prstGeom prst="rect">
            <a:avLst/>
          </a:prstGeom>
          <a:solidFill>
            <a:srgbClr val="FACC1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91625" y="5093208"/>
            <a:ext cx="548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ACC15"/>
                </a:solidFill>
              </a:rPr>
              <a:t>38%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 vs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234440"/>
            <a:ext cx="5577840" cy="5257800"/>
          </a:xfrm>
          <a:prstGeom prst="rect">
            <a:avLst/>
          </a:prstGeom>
          <a:solidFill>
            <a:srgbClr val="1E2236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F4444"/>
                </a:solidFill>
              </a:rPr>
              <a:t>Without PatchIQ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✗  Manual trawl through Linux kernel coding style 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1459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✗  Per-reviewer inconsistency on KVM locking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5467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✗  printk / ioremap mistakes only caught at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9475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✗  No unified score — hard to prioritise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3483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✗  Patches rejected → discouragement, slower upstream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234440"/>
            <a:ext cx="5577840" cy="52578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29844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</a:rPr>
              <a:t>With PatchIQ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187451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14 deterministic rules enforced automatically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51459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Per-layer rule sets: kernel / QEMU / libvirt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315467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K001–K004 / Q001–Q004 / L001–L003 / U001–U003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379475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0–100 quality score with per-finding deduction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443483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watsonx Granite AI narrative + actionable suggestions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6576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2C55E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How It Works — Four-Stage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2468880" cy="292608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54533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①  parse_diff()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075688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Split unified diff into
per-file hunks, extract
Subject header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analyzer.py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4952" y="2606040"/>
            <a:ext cx="2926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9CA3AF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1417320"/>
            <a:ext cx="2468880" cy="2926080"/>
          </a:xfrm>
          <a:prstGeom prst="rect">
            <a:avLst/>
          </a:prstGeom>
          <a:solidFill>
            <a:srgbClr val="1E2236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55848" y="1417320"/>
            <a:ext cx="2468880" cy="73152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5576" y="154533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0A5FA"/>
                </a:solidFill>
              </a:rPr>
              <a:t>②  detect_layer()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2075688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Match file path regex:
kernel · qemu · libvirt
· unknown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analyzer.py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2606040"/>
            <a:ext cx="2926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9CA3AF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8776" y="1417320"/>
            <a:ext cx="2468880" cy="2926080"/>
          </a:xfrm>
          <a:prstGeom prst="rect">
            <a:avLst/>
          </a:prstGeom>
          <a:solidFill>
            <a:srgbClr val="1E2236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8776" y="1417320"/>
            <a:ext cx="2468880" cy="73152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154533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③  run_rules()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2075688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14 deterministic style
checks per layer
→ List[Finding]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rules.py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50808" y="2606040"/>
            <a:ext cx="2926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9CA3AF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1704" y="1417320"/>
            <a:ext cx="2468880" cy="2926080"/>
          </a:xfrm>
          <a:prstGeom prst="rect">
            <a:avLst/>
          </a:prstGeom>
          <a:solidFill>
            <a:srgbClr val="1E2236"/>
          </a:solidFill>
          <a:ln w="15240">
            <a:solidFill>
              <a:srgbClr val="7C5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1704" y="1417320"/>
            <a:ext cx="2468880" cy="73152"/>
          </a:xfrm>
          <a:prstGeom prst="rect">
            <a:avLst/>
          </a:prstGeom>
          <a:solidFill>
            <a:srgbClr val="7C5CD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71432" y="154533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5CD8"/>
                </a:solidFill>
              </a:rPr>
              <a:t>④  ai_review()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2075688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watsonx Granite 13B
JSON: summary +
suggestions[]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analyzer.py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617720"/>
            <a:ext cx="111556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7548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2C55E"/>
                </a:solidFill>
              </a:rPr>
              <a:t>⑤  Score  =  100  −  (errors×20)  −  (warnings×8)  −  (info×2)   ·   floor = 0   ·   clean patch = 100/100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2578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CA3AF"/>
                </a:solidFill>
              </a:rPr>
              <a:t>analyzer.py  ·  rules.py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Test Suite — 68 Tests, 5 Python Versions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3200400" cy="201168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22C55E"/>
                </a:solidFill>
              </a:rPr>
              <a:t>68 / 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All tests passing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0" y="1298448"/>
            <a:ext cx="7863840" cy="2011680"/>
          </a:xfrm>
          <a:prstGeom prst="rect">
            <a:avLst/>
          </a:prstGeom>
          <a:solidFill>
            <a:srgbClr val="1E2236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389888"/>
            <a:ext cx="74980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0A5FA"/>
                </a:solidFill>
              </a:rPr>
              <a:t>CI matrix (GitHub Actions)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874519"/>
            <a:ext cx="13258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938528"/>
            <a:ext cx="1170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Python
3.8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578608"/>
            <a:ext cx="1170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✓ pass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874519"/>
            <a:ext cx="13258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938528"/>
            <a:ext cx="1170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Python
3.9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578608"/>
            <a:ext cx="1170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✓ pass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1874519"/>
            <a:ext cx="13258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0" y="1938528"/>
            <a:ext cx="1170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Python
3.10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2578608"/>
            <a:ext cx="1170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✓ 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1874519"/>
            <a:ext cx="13258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1938528"/>
            <a:ext cx="1170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Python
3.11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578608"/>
            <a:ext cx="1170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✓ 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66960" y="1874519"/>
            <a:ext cx="13258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1938528"/>
            <a:ext cx="1170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Python
3.12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2578608"/>
            <a:ext cx="1170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✓ pass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520440"/>
            <a:ext cx="11247120" cy="804672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65760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test_rules.py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3657600"/>
            <a:ext cx="1005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ACC15"/>
                </a:solidFill>
              </a:rPr>
              <a:t>36 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3685032"/>
            <a:ext cx="7680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Every K/Q/L/U rule — positive + negative case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80560"/>
            <a:ext cx="11247120" cy="804672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61772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test_analyzer.py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617720"/>
            <a:ext cx="1005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ACC15"/>
                </a:solidFill>
              </a:rPr>
              <a:t>32 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645152"/>
            <a:ext cx="7680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Diff parser, layer detect, scoring, end-to-end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440680"/>
            <a:ext cx="11247120" cy="804672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57784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No credentials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5577840"/>
            <a:ext cx="1005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ACC15"/>
                </a:solidFill>
              </a:rPr>
              <a:t>required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5605272"/>
            <a:ext cx="7680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All tests run offline — no watsonx API key needed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Live Patch Review — Scores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1247120" cy="15727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99616"/>
            <a:ext cx="1234440" cy="1170432"/>
          </a:xfrm>
          <a:prstGeom prst="rect">
            <a:avLst/>
          </a:prstGeom>
          <a:solidFill>
            <a:srgbClr val="1E2236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234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97316"/>
                </a:solidFill>
              </a:rPr>
              <a:t>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3113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/100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481328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kernel.patch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9202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7 findings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659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659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U001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U002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47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U003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K001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235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K002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K003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23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K004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17520"/>
            <a:ext cx="11247120" cy="15727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18688"/>
            <a:ext cx="1234440" cy="1170432"/>
          </a:xfrm>
          <a:prstGeom prst="rect">
            <a:avLst/>
          </a:prstGeom>
          <a:solidFill>
            <a:srgbClr val="1E2236"/>
          </a:solidFill>
          <a:ln w="254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291840"/>
            <a:ext cx="1234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ACC15"/>
                </a:solidFill>
              </a:rPr>
              <a:t>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95020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/100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65960" y="3200400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qemu.patch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363931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5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65960" y="4069080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5960" y="4096512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U003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4069080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0360" y="4096512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Q001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4069080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4760" y="4096512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Q002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9160" y="4069080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096512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Q003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23560" y="4069080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23560" y="4096512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Q004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736592"/>
            <a:ext cx="11247120" cy="15727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" y="4937760"/>
            <a:ext cx="1234440" cy="1170432"/>
          </a:xfrm>
          <a:prstGeom prst="rect">
            <a:avLst/>
          </a:prstGeom>
          <a:solidFill>
            <a:srgbClr val="1E2236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010912"/>
            <a:ext cx="1234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2C55E"/>
                </a:solidFill>
              </a:rPr>
              <a:t>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66928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/100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65960" y="4919472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libvirt.patch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5960" y="535838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3 findings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65960" y="5788152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65960" y="5815584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L001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80360" y="5788152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80360" y="5815584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L002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94760" y="5788152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94760" y="5815584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L003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watsonx Granite AI Review — Live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261872"/>
            <a:ext cx="11338560" cy="18288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261872"/>
            <a:ext cx="64008" cy="182880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kernel.patch  ·  56/100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5331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9CA3AF"/>
                </a:solidFill>
              </a:rPr>
              <a:t>ibm/granite-3-8b-instruct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Introduces kvm_vcpu_init() allocating memory via kzalloc(), initialising an mmio region with ioremap(), and setting GPR[0] to zero. Contains a bare printk() and unresolved TODO — not ready for upstream.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249424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(1) Ensure kzalloc() failure returns an error code, not silent continuation.  ·  (2) Replace printk() with pr_info() / pr_err() per kernel coding style.  ·  (3) Assign ioremap() result to an __iomem* pointer, not void*.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236976"/>
            <a:ext cx="11338560" cy="1828800"/>
          </a:xfrm>
          <a:prstGeom prst="rect">
            <a:avLst/>
          </a:prstGeom>
          <a:solidFill>
            <a:srgbClr val="1E2236"/>
          </a:solidFill>
          <a:ln w="1524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236976"/>
            <a:ext cx="64008" cy="1828800"/>
          </a:xfrm>
          <a:prstGeom prst="rect">
            <a:avLst/>
          </a:prstGeom>
          <a:solidFill>
            <a:srgbClr val="FACC1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328416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ACC15"/>
                </a:solidFill>
              </a:rPr>
              <a:t>qemu.patch  ·  78/100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328416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9CA3AF"/>
                </a:solidFill>
              </a:rPr>
              <a:t>ibm/granite-3-8b-instruct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712464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New virtio-blk config handler has multiple critical issues preventing upstream acceptance: assert(0) causes hard abort, triple object_unref creates double-free risk, and error_free() silently drops errors.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(1) Replace assert(0) with g_assert_not_reached() per QEMU coding style.  ·  (2) Fix triple object_unref — add matching object_ref or remove duplicate unrefs.  ·  (3) Use error_propagate() instead of error_free() to surface errors to callers.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5212080"/>
            <a:ext cx="11338560" cy="1828800"/>
          </a:xfrm>
          <a:prstGeom prst="rect">
            <a:avLst/>
          </a:prstGeom>
          <a:solidFill>
            <a:srgbClr val="1E2236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5212080"/>
            <a:ext cx="64008" cy="1828800"/>
          </a:xfrm>
          <a:prstGeom prst="rect">
            <a:avLst/>
          </a:prstGeom>
          <a:solidFill>
            <a:srgbClr val="86EFA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3035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6EFAC"/>
                </a:solidFill>
              </a:rPr>
              <a:t>libvirt.patch  ·  82/100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530352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9CA3AF"/>
                </a:solidFill>
              </a:rPr>
              <a:t>ibm/granite-3-8b-instruct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687568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Helper function only allocates memory and prints stderr without performing any actual network driver initialisation — incomplete and not upstreamable as-is.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199632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(1) Implement real network driver initialisation in qemuNetworkInit().  ·  (2) Replace fprintf(stderr) with virReportError() per libvirt error-handling policy.  ·  (3) Replace strdup() with virStrdup() for consistent libvirt memory management.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Live Demo — Real HTML Report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</a:rPr>
              <a:t>Actual output from running: ./patchiq/run_review.sh  (commit 5df5990)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11247120" cy="1325880"/>
          </a:xfrm>
          <a:prstGeom prst="rect">
            <a:avLst/>
          </a:prstGeom>
          <a:solidFill>
            <a:srgbClr val="1E264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47120" cy="64008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53312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PatchIQ — AI-powered patch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64208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feat(ciiq): make team-ready — onboarding, CI, docs, best practices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34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PATCH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62072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2C55E"/>
                </a:solidFill>
              </a:rPr>
              <a:t>100/100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6334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FILES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862072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60A5FA"/>
                </a:solidFill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334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FINDINGS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862072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2C55E"/>
                </a:solidFill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6334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9CA3AF"/>
                </a:solidFill>
              </a:rPr>
              <a:t>Generated: 2026-07-16 21:12:19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401568"/>
            <a:ext cx="11247120" cy="1508760"/>
          </a:xfrm>
          <a:prstGeom prst="rect">
            <a:avLst/>
          </a:prstGeom>
          <a:solidFill>
            <a:srgbClr val="1E2236"/>
          </a:solidFill>
          <a:ln w="15240">
            <a:solidFill>
              <a:srgbClr val="7C5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401568"/>
            <a:ext cx="11247120" cy="54864"/>
          </a:xfrm>
          <a:prstGeom prst="rect">
            <a:avLst/>
          </a:prstGeom>
          <a:solidFill>
            <a:srgbClr val="7C5CD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474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5CD8"/>
                </a:solidFill>
              </a:rPr>
              <a:t>🤖  AI Review Summary (watsonx Granite 3-8b-instruct)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858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The patch introduces a new Flask-based backend with REST endpoints, a venv setup script, and a GitHub Actions CI workflow including linting and smoke testing. The overall structure, CI practices, and documentation align with upstream standards.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3708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✅  No style issues found  ·  0 findings  ·  Score: 100/100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11247120" cy="150876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513892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📂  Files Changed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5541264"/>
            <a:ext cx="6217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kvm/ciiq/.github/workflows/ci.yml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541264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+67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5541264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-0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5715000"/>
            <a:ext cx="6217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kvm/ciiq/.gitignore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5715000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+33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571500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-0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5888736"/>
            <a:ext cx="6217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kvm/ciiq/CHANGELOG.md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5888736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+42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888736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6062472"/>
            <a:ext cx="6217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kvm/ciiq/CONTRIBUTING.md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062472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+99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6062472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-0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" y="6236208"/>
            <a:ext cx="6217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kvm/ciiq/setup.sh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6236208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+132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6236208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-0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6409944"/>
            <a:ext cx="6217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kvm/ciiq/templates/ciiq.html.bak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6409944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+0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6409944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F4444"/>
                </a:solidFill>
              </a:rPr>
              <a:t>-896 (removed)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Kernel Patch Deep-Dive — 56/100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54864" cy="658368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3560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K001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43560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pr_info / pr_err over printk()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1435608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printk(KERN_INFO "kvm: vcpu %d created\n", vcpu-&gt;vcpu_id);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57400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57400"/>
            <a:ext cx="54864" cy="658368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94560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</a:rPr>
              <a:t>K002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19456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goto for cleanup after alloc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19456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return -ENOMEM;  (after kzalloc)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16352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816352"/>
            <a:ext cx="54864" cy="658368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953512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K003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95351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ioremap → __iomem pointer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53512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void *mmio = ioremap(addr, PAGE_SIZE);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75304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75304"/>
            <a:ext cx="54864" cy="658368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712464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K004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71246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vcpu state write without lock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712464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vcpu-&gt;arch.regs[0] = 0;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334256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334256"/>
            <a:ext cx="54864" cy="658368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471416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U001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47141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Line exceeds 100 chars (110)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4471416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int longvar_with_a_very_descriptive_name = some_function_call(…);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93208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093208"/>
            <a:ext cx="54864" cy="658368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23036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U002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2303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Trailing whitespace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5230368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(same line as U001)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852160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852160"/>
            <a:ext cx="54864" cy="658368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989320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</a:rPr>
              <a:t>U003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98932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Unresolved TODO marker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598932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/* TODO: handle error path */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QEMU Patch Deep-Dive — 78/100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1247120" cy="77724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54864" cy="777240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Q001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4813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error_propagate() not error_free()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4813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error_free(&amp;err);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12848"/>
            <a:ext cx="11247120" cy="77724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12848"/>
            <a:ext cx="54864" cy="777240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39572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</a:rPr>
              <a:t>Q002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957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g_new0(Type,n) not g_malloc0(sizeof)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3957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s = g_malloc0(sizeof(VirtIOBlk));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27248"/>
            <a:ext cx="11247120" cy="77724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127248"/>
            <a:ext cx="54864" cy="777240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1012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</a:rPr>
              <a:t>Q003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3101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g_assert_not_reached() not assert(0)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3101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assert(0);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041648"/>
            <a:ext cx="11247120" cy="77724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041648"/>
            <a:ext cx="54864" cy="777240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22452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Q004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245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More object_unref (3) than object_ref (0)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2245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object_unref×3 — double-free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956048"/>
            <a:ext cx="11247120" cy="77724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956048"/>
            <a:ext cx="54864" cy="777240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13892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</a:rPr>
              <a:t>U003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1389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Unresolved FIXME marker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1389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/* FIXME: double-free risk here */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libvirt Patch Deep-Dive — 82/100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1247120" cy="11887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" cy="1188720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731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L001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54480"/>
            <a:ext cx="9966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virReportError() not fprintf(stderr, ...)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075688"/>
            <a:ext cx="9966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CA3AF"/>
                </a:solidFill>
              </a:rPr>
              <a:t>fprintf(stderr, "error: network init failed for %s\n", def-&gt;name);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88920"/>
            <a:ext cx="11247120" cy="11887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788920"/>
            <a:ext cx="73152" cy="1188720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26080"/>
            <a:ext cx="731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0A5FA"/>
                </a:solidFill>
              </a:rPr>
              <a:t>L002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926080"/>
            <a:ext cx="9966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VIR_ALLOC without cleanup: 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447288"/>
            <a:ext cx="9966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CA3AF"/>
                </a:solidFill>
              </a:rPr>
              <a:t>VIR_ALLOC(priv)  — no cleanup: label found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60520"/>
            <a:ext cx="11247120" cy="11887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73152" cy="1188720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97680"/>
            <a:ext cx="731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L003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297680"/>
            <a:ext cx="9966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virStrdup() not strdup()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18888"/>
            <a:ext cx="9966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CA3AF"/>
                </a:solidFill>
              </a:rPr>
              <a:t>priv-&gt;name = strdup(def-&gt;name);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PatchIQ vs Sashiko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5349240" cy="530352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349240" cy="54864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25880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2C55E"/>
                </a:solidFill>
              </a:rPr>
              <a:t>PatchIQ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01952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Developer-side  ·  pre-push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32304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14 deterministic style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62656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Kernel + QEMU + libvirt layers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93008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watsonx Granite AI narrative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23360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0–100 quality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553712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Python · MIT license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084064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Runs offline (no credentials req.)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614416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68-test CI suite — 5 Python versions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1234440"/>
            <a:ext cx="5349240" cy="5303520"/>
          </a:xfrm>
          <a:prstGeom prst="rect">
            <a:avLst/>
          </a:prstGeom>
          <a:solidFill>
            <a:srgbClr val="1E2236"/>
          </a:solidFill>
          <a:ln w="15240">
            <a:solidFill>
              <a:srgbClr val="7C5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80" y="1234440"/>
            <a:ext cx="5349240" cy="54864"/>
          </a:xfrm>
          <a:prstGeom prst="rect">
            <a:avLst/>
          </a:prstGeom>
          <a:solidFill>
            <a:srgbClr val="7C5CD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325880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7C5CD8"/>
                </a:solidFill>
              </a:rPr>
              <a:t>Sashiko  (github.com/sashiko-dev)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901952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Maintainer-side  ·  post-merge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32304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11-stage agentic bug hunter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62656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53.6% bug recall on kernel patches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493008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LLM-heavy — no deterministic 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23360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Rust · Linux Foundation · 897★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553712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Requires cloud LLM 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084064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Complementary — different use 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614416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No QEMU / libvirt layer support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ACC15"/>
                </a:solidFill>
              </a:rPr>
              <a:t>PatchIQ (dev side) + Sashiko (maintainer side) = complete coverage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Rule Coverage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261872"/>
            <a:ext cx="11064240" cy="333756"/>
          </a:xfrm>
          <a:prstGeom prst="rect">
            <a:avLst/>
          </a:prstGeom>
          <a:solidFill>
            <a:srgbClr val="37415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316736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316736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1316736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Severity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8" y="1316736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95628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641348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1641348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kernel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8608" y="1641348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1641348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Prefer pr_info/pr_err over printk()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29384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975104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K002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1975104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kernel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8608" y="1975104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info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8" y="1975104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goto for cleanup after allocation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263140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308860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K003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2728" y="2308860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kernel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308860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8" y="2308860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ioremap → __iomem pointer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596896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642616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K004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2728" y="2642616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kernel/kvm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78608" y="2642616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75888" y="2642616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vcpu state write without lock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930652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2976372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2728" y="2976372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qemu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78608" y="2976372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5888" y="2976372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error_propagate() not error_free()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264408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310128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52728" y="3310128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qemu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3310128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info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75888" y="3310128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g_new0() not g_malloc0(sizeof)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598164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3643884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Q003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2728" y="3643884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qemu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78608" y="3643884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info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75888" y="3643884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g_assert_not_reached() not assert(0)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931920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3977640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2728" y="3977640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qemu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3977640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75888" y="3977640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object_unref&gt;object_ref — double-free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4265676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4311396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L001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52728" y="4311396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libvirt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8608" y="4311396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75888" y="4311396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virReportError() not fprintf(stderr)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599432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" y="4645152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L002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52728" y="4645152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libvirt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645152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info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75888" y="4645152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VIR_ALLOC without cleanup: label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4933188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5488" y="4978908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L003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52728" y="4978908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libvirt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78608" y="4978908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75888" y="4978908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virStrdup() not strdup()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5266944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75488" y="5312664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U001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52728" y="5312664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all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78608" y="5312664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5888" y="5312664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Line length (100 kernel/libvirt, 80 QEMU)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5600700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75488" y="5646420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U002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52728" y="5646420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78608" y="5646420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75888" y="5646420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Trailing whitespace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934456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5488" y="5980176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U003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52728" y="5980176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all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78608" y="5980176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info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75888" y="5980176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TODO/FIXME/HACK/XXX marker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Summary &amp;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5303520" cy="530352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14 style rules across 3 layers + universal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04871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Four-stage pipeline: parse→detect→rules→AI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935223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watsonx Granite 13B AI narrative + suggestions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65575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0–100 patch quality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995927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68-test suite · CI matrix Python 3.8–3.12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26279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pyproject.toml · pre-commit · GitHub Actions 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056631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MIT license · CONTRIBUTING guide · CHANGELOG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586983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Scores: kernel 56  ·  QEMU 78  ·  libvirt 82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234440"/>
            <a:ext cx="5577840" cy="5303520"/>
          </a:xfrm>
          <a:prstGeom prst="rect">
            <a:avLst/>
          </a:prstGeom>
          <a:solidFill>
            <a:srgbClr val="1E2236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298448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0A5FA"/>
                </a:solidFill>
              </a:rPr>
              <a:t>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874519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874519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Git hook integration (pre-push)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404871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404871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IDE plugin (VS Code + vim)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935223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935223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E-mail / Patchwork webhook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465575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465575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Cover-letter quality 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995927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995927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s390x-specific KVM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526279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526279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Signed-off-by / Co-developed-by lint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5056631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5056631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Gerrit / GitLab CI app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586983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v1.0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586983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Public release on PyPI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github.ibm.com/cheruiyo/Watsonx_challenge_2026  ·  pip install patchiq  (coming v1.0)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