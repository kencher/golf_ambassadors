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PatchIQ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063240"/>
            <a:ext cx="2011680" cy="9144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0A5FA"/>
                </a:solidFill>
              </a:rPr>
              <a:t>AI-Powered Patch Review for KVM · Kernel · QEMU · libvirt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watsonx Challenge 2026  ·  IBM KVM &amp; Linux Open Source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Ken Cheruiyot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cheruiyo@us.ibm.com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member2@us.ibm.com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4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4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QEMU / libvirt 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member3@us.ibm.com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Kernel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member4@us.ibm.com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9392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Test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member5@us.ibm.com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4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4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66176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AI / watsonx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member6@us.ibm.com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Motivation — the patch review bottleneck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How PatchIQ Works — four-stage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Live Patch Review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Comparison with Sashiko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3712464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5888" y="38587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3895344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Summary &amp;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</a:rPr>
              <a:t>Patch review is the #1 bottleneck in Linux/KVM upstream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6–8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avg. kernel review 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4992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patches need ≥2 revisions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12+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KVM style conventions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0576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3 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2016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kernel · QEMU · libvirt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50292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6700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Pain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80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Manual style checks eat 30–60 min per 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85032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Inconsistent rule application across reviewers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15384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No automated per-layer (kernel/QEMU/libvirt) enforcement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45736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Developers learn conventions only after rejection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First-time contributors face steep learning curve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2606040"/>
            <a:ext cx="59436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7157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Revision Rate by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46120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Kernel/KVM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3374136"/>
            <a:ext cx="2721254" cy="402336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45014" y="3374136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105656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QEMU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4233672"/>
            <a:ext cx="2106777" cy="402336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0537" y="4233672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48%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965192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libvirt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093208"/>
            <a:ext cx="1667865" cy="402336"/>
          </a:xfrm>
          <a:prstGeom prst="rect">
            <a:avLst/>
          </a:prstGeom>
          <a:solidFill>
            <a:srgbClr val="FACC1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1625" y="5093208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ACC15"/>
                </a:solidFill>
              </a:rPr>
              <a:t>38%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</a:rPr>
              <a:t>Without PatchIQ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Manual trawl through Linux kernel coding style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Per-reviewer inconsistency on KVM locking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printk / ioremap mistakes only caught at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No unified score — hard to prioritise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Patches rejected → discouragement, slower upstream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With PatchIQ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rules enforced automatically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Per-layer rule sets: kernel / QEMU / libvirt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K001–K004 / Q001–Q004 / L001–L003 / U001–U003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 with per-finding deduction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 + actionable suggestions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657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C55E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— Four-Stage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①  parse_diff()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Split unified diff into
per-file hunks, extract
Subject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55848" y="1417320"/>
            <a:ext cx="2468880" cy="73152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5576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②  detect_layer()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Match file path regex:
kernel · qemu · libvirt
· unknown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417320"/>
            <a:ext cx="2468880" cy="73152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③  run_rules()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14 deterministic style
checks per layer
→ List[Finding]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rules.py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808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417320"/>
            <a:ext cx="2468880" cy="73152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5CD8"/>
                </a:solidFill>
              </a:rPr>
              <a:t>④  ai_review()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watsonx Granite 13B
JSON: summary +
suggestions[]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17720"/>
            <a:ext cx="111556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754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</a:rPr>
              <a:t>⑤  Score  =  100  −  (errors×20)  −  (warnings×8)  −  (info×2)   ·   floor = 0   ·   clean patch = 100/100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578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analyzer.py  ·  rules.py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320040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2C55E"/>
                </a:solidFill>
              </a:rPr>
              <a:t>68 / 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All tests passing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298448"/>
            <a:ext cx="786384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38988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CI matrix (GitHub Actions)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6696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044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test_rules.py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5760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36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68503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Every K/Q/L/U rule — positive + negative case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61772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test_analyzer.py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61772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32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64515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Diff parser, layer detect, scoring, end-to-end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44068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57784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No credentials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57784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052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tests run offline — no watsonx API key needed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Patch Review —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</a:rP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3113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81328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kernel.patch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92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7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235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17520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18688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91840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ACC15"/>
                </a:solidFill>
              </a:rPr>
              <a:t>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5020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320040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qemu.patch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3639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659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59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36592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4937760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10912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6928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4919472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libvirt.patch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3583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3 findings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659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659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47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Kernel Patch Deep-Dive — 56/100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3560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356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pr_info / pr_err over printk()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43560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printk(KERN_INFO "kvm: vcpu %d created\n", vcpu-&gt;vcpu_id);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945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goto for cleanup after alloc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1945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return -ENOMEM;  (after kzalloc)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16352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16352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53512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535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53512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void *mmio = ioremap(addr, PAGE_SIZE);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75304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75304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1246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124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712464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vcpu-&gt;arch.regs[0] = 0;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34256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34256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471416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47141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Line exceeds 100 chars (110)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471416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int longvar_with_a_very_descriptive_name = some_function_call(…);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9320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09320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3036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523036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(same line as U001)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5216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85216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98932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989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TODO marker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59893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TODO: handle error path */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QEMU Patch Deep-Dive — 78/100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813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813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error_free(&amp;err);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128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957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957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g_new0(Type,n) not g_malloc0(sizeof)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3957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s = g_malloc0(sizeof(VirtIOBlk));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272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272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101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101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assert(0);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416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0416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245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245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More object_unref (3) than object_ref (0)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245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object_unref×3 — double-free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560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560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389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1389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FIXME marker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389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FIXME: double-free risk here */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libvirt Patch Deep-Dive — 82/100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virReportError() not fprintf(stderr, ...)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756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fprintf(stderr, "error: network init failed for %s\n", def-&gt;name);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73152" cy="118872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260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472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VIR_ALLOC(priv)  — no cleanup: label found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2976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188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priv-&gt;name = strdup(def-&gt;name);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PatchIQ vs Sashiko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49240" cy="54864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C55E"/>
                </a:solidFill>
              </a:rPr>
              <a:t>PatchIQ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Developer-side  ·  pre-push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style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Kernel + QEMU + libvirt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Python · MIT license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Runs offline (no credentials req.)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CI suite — 5 Python versions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234440"/>
            <a:ext cx="5349240" cy="54864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5CD8"/>
                </a:solidFill>
              </a:rPr>
              <a:t>Sashiko  (github.com/sashiko-dev)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Maintainer-side  ·  post-merge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11-stage agentic bug hunter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53.6% bug recall on kernel patches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LLM-heavy — no deterministic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Rust · Linux Foundation · 897★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Requires cloud LLM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Complementary — different use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No QEMU / libvirt layer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CC15"/>
                </a:solidFill>
              </a:rPr>
              <a:t>PatchIQ (dev side) + Sashiko (maintainer side) = complete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Rule Coverage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61872"/>
            <a:ext cx="11064240" cy="333756"/>
          </a:xfrm>
          <a:prstGeom prst="rect">
            <a:avLst/>
          </a:prstGeom>
          <a:solidFill>
            <a:srgbClr val="37415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1673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31673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31673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131673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9562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134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164134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164134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164134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Prefer pr_info/pr_err over printk()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938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97510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197510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97510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197510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goto for cleanup after allocation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6314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30886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230886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30886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8" y="230886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59689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64261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264261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kernel/kvm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264261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8" y="264261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30652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297637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" y="297637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297637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5888" y="297637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264408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31012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2728" y="331012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331012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75888" y="331012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g_new0() not g_malloc0(sizeof)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98164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364388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2728" y="364388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8608" y="364388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364388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31920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97764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" y="397764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397764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5888" y="397764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object_unref&gt;object_ref — double-free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5676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431139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2728" y="431139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8608" y="431139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31139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virReportError() not fprintf(stderr)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64515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2728" y="464515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64515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5888" y="464515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93318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" y="497890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2728" y="497890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78608" y="497890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5888" y="497890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26694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" y="531266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2728" y="531266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78608" y="531266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5888" y="531266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Line length (100 kernel/libvirt, 80 QEMU)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60070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564642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52728" y="564642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78608" y="564642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5888" y="564642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93445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598017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598017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78608" y="598017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5888" y="598017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TODO/FIXME/HACK/XXX marker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0352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style rules across 3 layers + universal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0487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Four-stage pipeline: parse→detect→rules→AI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3522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13B AI narrative + suggestions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6557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patch quality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95927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suite · CI matrix Python 3.8–3.12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pyproject.toml · pre-commit · GitHub Actions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5663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MIT license · CONTRIBUTING guide · CHANGELOG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58698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Scores: kernel 56  ·  QEMU 78  ·  libvirt 82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55778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29844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0A5FA"/>
                </a:solidFill>
              </a:rPr>
              <a:t>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87451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Git hook integration (pre-push)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40487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0487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IDE plugin (VS Code + vim)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93522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3522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E-mail / Patchwork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465575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465575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Cover-letter quality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995927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995927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s390x-specific KVM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2627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52627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Signed-off-by / Co-developed-by lint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5663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05663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Gerrit / GitLab CI 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58698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58698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Public release on PyPI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github.ibm.com/cheruiyo/Watsonx_challenge_2026  ·  pip install patchiq  (coming v1.0)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