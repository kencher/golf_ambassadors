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PatchIQ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063240"/>
            <a:ext cx="2011680" cy="9144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0A5FA"/>
                </a:solidFill>
              </a:rPr>
              <a:t>AI-Powered Patch Review for KVM · Kernel · QEMU · libvirt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watsonx Challenge 2026  ·  IBM KVM &amp; Linux Open Source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Ken Cheruiyot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KVM &amp; Linux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cheruiyo@us.ibm.com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KVM &amp; Linux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member2@us.ibm.com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4" y="1325880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4" y="1325880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1508760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18928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QEMU / libvirt Engineer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6" y="22402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member3@us.ibm.com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Kernel Engineer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member4@us.ibm.com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79392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9392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43984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Test &amp; Automation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member5@us.ibm.com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1584" y="2999232"/>
            <a:ext cx="3566160" cy="14173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01584" y="2999232"/>
            <a:ext cx="82296" cy="141732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66176" y="31821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Team Member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35661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AI / watsonx Integration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391363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member6@us.ibm.com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508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Motivation — the patch review bottleneck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325880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721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1508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Problem vs 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21408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677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0428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How PatchIQ Works — four-stage pipeline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121408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30428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 Suite — 68 tests, 5 Python versions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16936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0632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099816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Live Patch Review Results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916936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632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099816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Comparison with Sashiko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3712464"/>
            <a:ext cx="512064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75888" y="38587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3895344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Summary &amp; Roadmap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</a:rPr>
              <a:t>Patch review is the #1 bottleneck in Linux/KVM upstream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6–8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avg. kernel review cycle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4992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02152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432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patches need ≥2 revisions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2784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12+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KVM style conventions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0576" y="1325880"/>
            <a:ext cx="2651760" cy="105156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17736" y="1417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2C55E"/>
                </a:solidFill>
              </a:rPr>
              <a:t>3 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2016" y="192024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kernel · QEMU · libvirt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06040"/>
            <a:ext cx="5029200" cy="384048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67004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Pain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154680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Manual style checks eat 30–60 min per 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85032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Inconsistent rule application across reviewers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15384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No automated per-layer (kernel/QEMU/libvirt) enforcement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45736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Developers learn conventions only after rejection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76088"/>
            <a:ext cx="4663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▸  First-time contributors face steep learning curve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2606040"/>
            <a:ext cx="5943600" cy="384048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71576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Revision Rate by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46120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Kernel/KVM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3374136"/>
            <a:ext cx="2721254" cy="402336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45014" y="3374136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62%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105656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QEMU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4233672"/>
            <a:ext cx="2106777" cy="402336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0537" y="4233672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48%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965192"/>
            <a:ext cx="1188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libvirt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093208"/>
            <a:ext cx="1667865" cy="402336"/>
          </a:xfrm>
          <a:prstGeom prst="rect">
            <a:avLst/>
          </a:prstGeom>
          <a:solidFill>
            <a:srgbClr val="FACC1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91625" y="5093208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ACC15"/>
                </a:solidFill>
              </a:rPr>
              <a:t>38%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vs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5577840" cy="5257800"/>
          </a:xfrm>
          <a:prstGeom prst="rect">
            <a:avLst/>
          </a:prstGeom>
          <a:solidFill>
            <a:srgbClr val="1E2236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4444"/>
                </a:solidFill>
              </a:rPr>
              <a:t>Without PatchIQ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Manual trawl through Linux kernel coding style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59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Per-reviewer inconsistency on KVM locking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5467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printk / ioremap mistakes only caught at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9475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No unified score — hard to prioritise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3483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✗  Patches rejected → discouragement, slower upstream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234440"/>
            <a:ext cx="5577840" cy="52578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29844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With PatchIQ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87451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deterministic rules enforced automatically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51459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Per-layer rule sets: kernel / QEMU / libvirt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15467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K001–K004 / Q001–Q004 / L001–L003 / U001–U003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79475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quality score with per-finding deduction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4434839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AI narrative + actionable suggestions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657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2C55E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It Works — Four-Stage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①  parse_diff()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Split unified diff into
per-file hunks, extract
Subject 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4952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55848" y="1417320"/>
            <a:ext cx="2468880" cy="73152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5576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A5FA"/>
                </a:solidFill>
              </a:rPr>
              <a:t>②  detect_layer()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Match file path regex:
kernel · qemu · libvirt
· unknown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8776" y="1417320"/>
            <a:ext cx="2468880" cy="73152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③  run_rules()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14 deterministic style
checks per layer
→ List[Finding]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rules.py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0808" y="2606040"/>
            <a:ext cx="292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9CA3AF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1704" y="1417320"/>
            <a:ext cx="2468880" cy="2926080"/>
          </a:xfrm>
          <a:prstGeom prst="rect">
            <a:avLst/>
          </a:prstGeom>
          <a:solidFill>
            <a:srgbClr val="1E2236"/>
          </a:solidFill>
          <a:ln w="15240">
            <a:solidFill>
              <a:srgbClr val="7C5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1417320"/>
            <a:ext cx="2468880" cy="73152"/>
          </a:xfrm>
          <a:prstGeom prst="rect">
            <a:avLst/>
          </a:prstGeom>
          <a:solidFill>
            <a:srgbClr val="7C5CD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1432" y="1545336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5CD8"/>
                </a:solidFill>
              </a:rPr>
              <a:t>④  ai_review()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2075688"/>
            <a:ext cx="2286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watsonx Granite 13B
JSON: summary +
suggestions[]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analyzer.py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17720"/>
            <a:ext cx="111556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754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</a:rPr>
              <a:t>⑤  Score  =  100  −  (errors×20)  −  (warnings×8)  −  (info×2)   ·   floor = 0   ·   clean patch = 100/100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578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CA3AF"/>
                </a:solidFill>
              </a:rPr>
              <a:t>analyzer.py  ·  rules.py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Test Suite — 68 Tests, 5 Python Versions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3200400" cy="201168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22C55E"/>
                </a:solidFill>
              </a:rPr>
              <a:t>68 / 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All tests passing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298448"/>
            <a:ext cx="7863840" cy="201168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389888"/>
            <a:ext cx="7498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A5FA"/>
                </a:solidFill>
              </a:rPr>
              <a:t>CI matrix (GitHub Actions)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66960" y="1874519"/>
            <a:ext cx="1325880" cy="11430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1938528"/>
            <a:ext cx="1170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Python
3.12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578608"/>
            <a:ext cx="11704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 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52044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test_rules.py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65760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36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368503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Every K/Q/L/U rule — positive + negative case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8056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61772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test_analyzer.py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61772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32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64515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Diff parser, layer detect, scoring, end-to-end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440680"/>
            <a:ext cx="11247120" cy="804672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57784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No credentials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577840"/>
            <a:ext cx="1005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05272"/>
            <a:ext cx="7680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tests run offline — no watsonx API key needed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Patch Review —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97316"/>
                </a:solidFill>
              </a:rPr>
              <a:t>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3113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81328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kernel.patch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92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7 findings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9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659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U001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U002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235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K002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2350008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237744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K004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17520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18688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91840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ACC15"/>
                </a:solidFill>
              </a:rPr>
              <a:t>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95020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3200400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qemu.patch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36393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5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659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59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3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Q001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47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4069080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0" y="4096512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Q004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736592"/>
            <a:ext cx="11247120" cy="15727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" y="4937760"/>
            <a:ext cx="1234440" cy="1170432"/>
          </a:xfrm>
          <a:prstGeom prst="rect">
            <a:avLst/>
          </a:prstGeom>
          <a:solidFill>
            <a:srgbClr val="1E2236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010912"/>
            <a:ext cx="1234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2C55E"/>
                </a:solidFill>
              </a:rPr>
              <a:t>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66928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/100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4919472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libvirt.patch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53583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3 findings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659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659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L001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0A5FA"/>
                </a:solidFill>
              </a:rPr>
              <a:t>L002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94760" y="5788152"/>
            <a:ext cx="841248" cy="347472"/>
          </a:xfrm>
          <a:prstGeom prst="rect">
            <a:avLst/>
          </a:prstGeom>
          <a:solidFill>
            <a:srgbClr val="1E2236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4760" y="581558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7316"/>
                </a:solidFill>
              </a:rPr>
              <a:t>L003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watsonx Granite AI Review — Live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61872"/>
            <a:ext cx="11338560" cy="182880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261872"/>
            <a:ext cx="64008" cy="1828800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kernel.patch  ·  56/100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533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9CA3AF"/>
                </a:solidFill>
              </a:rPr>
              <a:t>ibm/granite-3-8b-instruct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Introduces kvm_vcpu_init() allocating memory via kzalloc(), initialising an mmio region with ioremap(), and setting GPR[0] to zero. Contains a bare printk() and unresolved TODO — not ready for upstream.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49424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(1) Ensure kzalloc() failure returns an error code, not silent continuation.  ·  (2) Replace printk() with pr_info() / pr_err() per kernel coding style.  ·  (3) Assign ioremap() result to an __iomem* pointer, not void*.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36976"/>
            <a:ext cx="11338560" cy="1828800"/>
          </a:xfrm>
          <a:prstGeom prst="rect">
            <a:avLst/>
          </a:prstGeom>
          <a:solidFill>
            <a:srgbClr val="1E2236"/>
          </a:solidFill>
          <a:ln w="1524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236976"/>
            <a:ext cx="64008" cy="1828800"/>
          </a:xfrm>
          <a:prstGeom prst="rect">
            <a:avLst/>
          </a:prstGeom>
          <a:solidFill>
            <a:srgbClr val="FACC1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328416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ACC15"/>
                </a:solidFill>
              </a:rPr>
              <a:t>qemu.patch  ·  78/100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3284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9CA3AF"/>
                </a:solidFill>
              </a:rPr>
              <a:t>ibm/granite-3-8b-instruct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712464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New virtio-blk config handler has multiple critical issues preventing upstream acceptance: assert(0) causes hard abort, triple object_unref creates double-free risk, and error_free() silently drops errors.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(1) Replace assert(0) with g_assert_not_reached() per QEMU coding style.  ·  (2) Fix triple object_unref — add matching object_ref or remove duplicate unrefs.  ·  (3) Use error_propagate() instead of error_free() to surface errors to callers.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212080"/>
            <a:ext cx="11338560" cy="1828800"/>
          </a:xfrm>
          <a:prstGeom prst="rect">
            <a:avLst/>
          </a:prstGeom>
          <a:solidFill>
            <a:srgbClr val="1E2236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5212080"/>
            <a:ext cx="64008" cy="1828800"/>
          </a:xfrm>
          <a:prstGeom prst="rect">
            <a:avLst/>
          </a:prstGeom>
          <a:solidFill>
            <a:srgbClr val="86EFA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3035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libvirt.patch  ·  82/100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30352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9CA3AF"/>
                </a:solidFill>
              </a:rPr>
              <a:t>ibm/granite-3-8b-instruct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68756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Helper function only allocates memory and prints stderr without performing any actual network driver initialisation — incomplete and not upstreamable as-is.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19963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(1) Implement real network driver initialisation in qemuNetworkInit().  ·  (2) Replace fprintf(stderr) with virReportError() per libvirt error-handling policy.  ·  (3) Replace strdup() with virStrdup() for consistent libvirt memory management.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Kernel Patch Deep-Dive — 56/100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3560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356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pr_info / pr_err over printk()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43560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printk(KERN_INFO "kvm: vcpu %d created\n", vcpu-&gt;vcpu_id);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54864" cy="658368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94560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K002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1945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goto for cleanup after alloc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19456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return -ENOMEM;  (after kzalloc)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16352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16352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53512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535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ioremap → __iomem pointer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53512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void *mmio = ioremap(addr, PAGE_SIZE);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75304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75304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712464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K004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7124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vcpu state write without 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712464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vcpu-&gt;arch.regs[0] = 0;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34256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34256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471416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U001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47141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Line exceeds 100 chars (110)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4471416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int longvar_with_a_very_descriptive_name = some_function_call(…);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93208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093208"/>
            <a:ext cx="54864" cy="658368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23036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U002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Trailing whitespace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5230368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(same line as U001)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52160"/>
            <a:ext cx="11247120" cy="658368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852160"/>
            <a:ext cx="54864" cy="658368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989320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9893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Unresolved TODO marker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59893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/* TODO: handle error path */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QEMU Patch Deep-Dive — 78/100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54864" cy="77724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Q001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813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error_propagate() not error_free()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813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error_free(&amp;err);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128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128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957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957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g_new0(Type,n) not g_malloc0(sizeof)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3957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s = g_malloc0(sizeof(VirtIOBlk));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272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272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101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101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g_assert_not_reached() not assert(0)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3101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assert(0);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416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041648"/>
            <a:ext cx="54864" cy="77724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245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Q004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245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More object_unref (3) than object_ref (0)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245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object_unref×3 — double-free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56048"/>
            <a:ext cx="11247120" cy="77724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956048"/>
            <a:ext cx="54864" cy="77724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38928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</a:rPr>
              <a:t>U003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1389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Unresolved FIXME marker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1389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/* FIXME: double-free risk here */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libvirt Patch Deep-Dive — 82/100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118872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L001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virReportError() not fprintf(stderr, ...)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756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fprintf(stderr, "error: network init failed for %s\n", def-&gt;name);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73152" cy="1188720"/>
          </a:xfrm>
          <a:prstGeom prst="rect">
            <a:avLst/>
          </a:prstGeom>
          <a:solidFill>
            <a:srgbClr val="60A5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0A5FA"/>
                </a:solidFill>
              </a:rPr>
              <a:t>L002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260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VIR_ALLOC without cleanup: 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472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VIR_ALLOC(priv)  — no cleanup: label found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11247120" cy="1188720"/>
          </a:xfrm>
          <a:prstGeom prst="rect">
            <a:avLst/>
          </a:prstGeom>
          <a:solidFill>
            <a:srgbClr val="1E2236"/>
          </a:solidFill>
          <a:ln w="1524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73152" cy="1188720"/>
          </a:xfrm>
          <a:prstGeom prst="rect">
            <a:avLst/>
          </a:prstGeom>
          <a:solidFill>
            <a:srgbClr val="F9731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97680"/>
            <a:ext cx="731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L003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297680"/>
            <a:ext cx="9966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virStrdup() not strdup()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18888"/>
            <a:ext cx="9966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priv-&gt;name = strdup(def-&gt;name);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PatchIQ vs Sashiko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3492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349240" cy="54864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2C55E"/>
                </a:solidFill>
              </a:rPr>
              <a:t>PatchIQ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0195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Developer-side  ·  pre-push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3230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deterministic style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6265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Kernel + QEMU + libvirt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93008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AI narrative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2336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quality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55371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Python · MIT license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08406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Runs offline (no credentials req.)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61441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68-test CI suite — 5 Python versions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234440"/>
            <a:ext cx="53492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7C5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234440"/>
            <a:ext cx="5349240" cy="54864"/>
          </a:xfrm>
          <a:prstGeom prst="rect">
            <a:avLst/>
          </a:prstGeom>
          <a:solidFill>
            <a:srgbClr val="7C5CD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32588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C5CD8"/>
                </a:solidFill>
              </a:rPr>
              <a:t>Sashiko  (github.com/sashiko-dev)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90195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Maintainer-side  ·  post-merge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3230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11-stage agentic bug hunter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6265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53.6% bug recall on kernel patches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93008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LLM-heavy — no deterministic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23360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Rust · Linux Foundation · 897★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553712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Requires cloud LLM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084064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Complementary — different use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614416"/>
            <a:ext cx="5166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•  No QEMU / libvirt layer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ACC15"/>
                </a:solidFill>
              </a:rPr>
              <a:t>PatchIQ (dev side) + Sashiko (maintainer side) = complete coverage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Rule Coverage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61872"/>
            <a:ext cx="11064240" cy="333756"/>
          </a:xfrm>
          <a:prstGeom prst="rect">
            <a:avLst/>
          </a:prstGeom>
          <a:solidFill>
            <a:srgbClr val="37415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1673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31673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131673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131673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95628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4134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164134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164134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164134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Prefer pr_info/pr_err over printk()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9384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97510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197510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197510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197510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goto for cleanup after allocation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263140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30886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230886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30886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8" y="230886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ioremap → __iomem pointer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596896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64261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K004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" y="264261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kernel/kvm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8608" y="264261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5888" y="264261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vcpu state write without lock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30652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2976372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2728" y="2976372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8608" y="2976372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5888" y="2976372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error_propagate() not error_free()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264408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31012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2728" y="331012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331012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75888" y="331012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g_new0() not g_malloc0(sizeof)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98164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364388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2728" y="364388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78608" y="364388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75888" y="364388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g_assert_not_reached() not assert(0)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931920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397764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2728" y="397764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qemu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397764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75888" y="397764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object_unref&gt;object_ref — double-free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265676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431139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2728" y="431139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8608" y="431139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5888" y="431139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virReportError() not fprintf(stderr)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99432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4645152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2728" y="4645152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645152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5888" y="4645152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VIR_ALLOC without cleanup: label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933188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5488" y="4978908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L003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2728" y="4978908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C5CD8"/>
                </a:solidFill>
              </a:rPr>
              <a:t>libvirt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78608" y="4978908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5888" y="4978908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virStrdup() not strdup()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266944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5488" y="5312664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2728" y="5312664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78608" y="5312664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75888" y="5312664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Line length (100 kernel/libvirt, 80 QEMU)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600700"/>
            <a:ext cx="11064240" cy="333756"/>
          </a:xfrm>
          <a:prstGeom prst="rect">
            <a:avLst/>
          </a:prstGeom>
          <a:solidFill>
            <a:srgbClr val="1E223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5488" y="5646420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52728" y="5646420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78608" y="5646420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97316"/>
                </a:solidFill>
              </a:rPr>
              <a:t>warning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75888" y="5646420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Trailing whitespace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934456"/>
            <a:ext cx="11064240" cy="333756"/>
          </a:xfrm>
          <a:prstGeom prst="rect">
            <a:avLst/>
          </a:prstGeom>
          <a:solidFill>
            <a:srgbClr val="1A1D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" y="5980176"/>
            <a:ext cx="73152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U003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52728" y="5980176"/>
            <a:ext cx="12801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ACC15"/>
                </a:solidFill>
              </a:rPr>
              <a:t>all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78608" y="5980176"/>
            <a:ext cx="105156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A5FA"/>
                </a:solidFill>
              </a:rPr>
              <a:t>info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75888" y="5980176"/>
            <a:ext cx="7726680" cy="278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TODO/FIXME/HACK/XXX marker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04672"/>
            <a:ext cx="1005840" cy="5029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530352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984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14 style rules across 3 layers + universal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04871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Four-stage pipeline: parse→detect→rules→AI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35223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watsonx Granite 13B AI narrative + suggestions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6557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0–100 patch quality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995927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68-test suite · CI matrix Python 3.8–3.12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26279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pyproject.toml · pre-commit · GitHub Actions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56631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MIT license · CONTRIBUTING guide · CHANGELOG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586983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✓  Scores: kernel 56  ·  QEMU 78  ·  libvirt 82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34440"/>
            <a:ext cx="5577840" cy="5303520"/>
          </a:xfrm>
          <a:prstGeom prst="rect">
            <a:avLst/>
          </a:prstGeom>
          <a:solidFill>
            <a:srgbClr val="1E2236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29844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0A5FA"/>
                </a:solidFill>
              </a:rPr>
              <a:t>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874519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74519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Git hook integration (pre-push)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404871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404871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IDE plugin (VS Code + vim)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935223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935223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E-mail / Patchwork webhook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465575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465575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Cover-letter quality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995927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995927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s390x-specific KVM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526279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526279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Signed-off-by / Co-developed-by lint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56631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5056631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Gerrit / GitLab CI 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586983"/>
            <a:ext cx="640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v1.0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586983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Public release on PyPI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github.ibm.com/cheruiyo/Watsonx_challenge_2026  ·  pip install patchiq  (coming v1.0)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